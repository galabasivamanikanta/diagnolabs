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14350"/>
            <a:ext cx="8229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B82F6"/>
                </a:solidFill>
              </a:rPr>
              <a:t>DiagnoLabs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Enterprise Medical Diagnostics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A Geospatial &amp; Telemetry-Driven Self-Learning AI Platform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</a:rPr>
              <a:t>for Accredited Diagnostic Pathology Access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572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G. Siva Manikanta | D. Venkat Sai | M. Srikanth | G. Avinash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Guide: Ms. Ritu Agrawal, CSE-AIML, Parul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The Diagnostic Healthcare Crisis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</a:rPr>
              <a:t>80% Labs Unaccredited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Over 80% of diagnostic labs in India lack NABL accreditation.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84048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Opaque Pricing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No standardized pricing registries, leading to arbitrary fees.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DiagnoLabs — 5 Core Pillars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1. Geospatial NABL Discovery Engine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2. 14-Tier Role-Based Access Control (RBAC)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3. Self-Learning AI Clinical Copilot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4. End-to-End Field Sample Logistics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5. Enterprise UI Design System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3-Tier Microservices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1 - Client Frontend (React 18 + Vite)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2560320"/>
            <a:ext cx="365760" cy="36576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2 - Express Security Gateway (JWT + RBAC)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3657600"/>
            <a:ext cx="365760" cy="365760"/>
          </a:xfrm>
          <a:prstGeom prst="down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TIER 3 - MongoDB Atlas + Gemini AI + Razorpay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CORE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Geospatial NABL Discovery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Si = d_haversine(p, l) / [ 1 + (w_nabl * alpha) + (w_rating * rho/5)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</a:rPr>
              <a:t>Result: Accredited Labs rank higher despite being physically farther away.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</a:rPr>
              <a:t>Project Highlights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• Diagnostic-First Paradigm: Verified data before consultation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• Self-Learning AI: RLHF telemetry reduces errors to 3.1%</a:t>
            </a:r>
            <a:endParaRPr lang="en-US" sz="2000" dirty="0"/>
          </a:p>
          <a:p>
            <a:pPr marL="342900" indent="-342900">
              <a:lnSpc>
                <a:spcPts val="3600"/>
              </a:lnSpc>
              <a:buSzPct val="100000"/>
              <a:buChar char="•"/>
            </a:pPr>
            <a:r>
              <a:rPr lang="en-US" sz="2000" dirty="0">
                <a:solidFill>
                  <a:srgbClr val="94A3B8"/>
                </a:solidFill>
              </a:rPr>
              <a:t>• Enterprise Security: 14-Tier RBAC &amp; HIPAA Compliant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2026-08-25T10:53:07Z</dcterms:created>
  <dcterms:modified xsi:type="dcterms:W3CDTF">2026-08-25T10:53:07Z</dcterms:modified>
</cp:coreProperties>
</file>