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LIGHT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617220"/>
            <a:ext cx="822960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DiagnoLabs — Smart Medical Diagnostics Platform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772400" y="64922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Parul University | Dept. of AIML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914400"/>
            <a:ext cx="9966960" cy="484632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4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284C7"/>
                </a:solidFill>
              </a:rPr>
              <a:t>DIAGNOLABS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1097280" y="192024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Smart Medical Diagnostics &amp; AI Clinical Platform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71600" y="2331720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Connecting Patients, Phlebotomists &amp; Certified Labs with Smart AI Assistance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0" y="2834640"/>
            <a:ext cx="758952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63040" y="3017520"/>
            <a:ext cx="4572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0F172A"/>
                </a:solidFill>
              </a:rPr>
              <a:t>Project Team: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0F172A"/>
                </a:solidFill>
              </a:rPr>
              <a:t>1. D. Venkata Sai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0F172A"/>
                </a:solidFill>
              </a:rPr>
              <a:t>2. M. Srikanth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0F172A"/>
                </a:solidFill>
              </a:rPr>
              <a:t>3. G. Siva Manikanta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0F172A"/>
                </a:solidFill>
              </a:rPr>
              <a:t>4. G. Avinash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17920" y="3017520"/>
            <a:ext cx="4572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2563EB"/>
                </a:solidFill>
              </a:rPr>
              <a:t>Academic Supervision: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2563EB"/>
                </a:solidFill>
              </a:rPr>
              <a:t>Project Guide: Ms. Akshara Tiwari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2563EB"/>
                </a:solidFill>
              </a:rPr>
              <a:t>Project Coordinator: Ms. Ritu Agrawal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2563EB"/>
                </a:solidFill>
              </a:rPr>
              <a:t>Dept. of Artificial Intelligence &amp; Machine Learning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2563EB"/>
                </a:solidFill>
              </a:rPr>
              <a:t>Parul University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</a:rPr>
              <a:t>PROJECT 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What is DiagnoLabs?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0352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373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4C7"/>
                </a:solidFill>
              </a:rPr>
              <a:t>Simple Mission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334155"/>
                </a:solidFill>
              </a:rPr>
              <a:t>DiagnoLabs is an all-in-one digital healthcare platform designed to make medical lab testing fast, simple, and 100% reliable.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334155"/>
                </a:solidFill>
              </a:rPr>
              <a:t>Instead of visiting random uncertified clinics, patients can easily find government-certified (NABL) labs, upload prescriptions for instant test bookings, and receive verified digital reports at home.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1463040"/>
            <a:ext cx="5303520" cy="457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7373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</a:rPr>
              <a:t>Key Features Built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92240" y="228600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0F172A"/>
                </a:solidFill>
              </a:rPr>
              <a:t>✓ Quality Lab Search: Automatically highlights accredited labs nearby.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0F172A"/>
                </a:solidFill>
              </a:rPr>
              <a:t>✓ 14 User Dashboards: Tailored views for patients, doctors, collectors &amp; admins.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0F172A"/>
                </a:solidFill>
              </a:rPr>
              <a:t>✓ AI Prescription Reader: Reads handwritten doctor slips in seconds.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0F172A"/>
                </a:solidFill>
              </a:rPr>
              <a:t>✓ Doorstep Sample Pickup: Barcode-verified home blood collection.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0F172A"/>
                </a:solidFill>
              </a:rPr>
              <a:t>✓ Plain-English Reports: AI explains complex test values in simple words.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0F172A"/>
                </a:solidFill>
              </a:rPr>
              <a:t>✓ Secure Dual Database: Fast booking storage + safe financial records.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</a:rPr>
              <a:t>THE HEALTHCARE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Why Did We Build DiagnoLabs?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9496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E11D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916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11D48"/>
                </a:solidFill>
              </a:rPr>
              <a:t>1. Uncertified Labs Everywhere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</a:rPr>
              <a:t>Over 80% of local lab centers in India lack official NABL quality certification, leading to frequent false test results.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7920" y="1463040"/>
            <a:ext cx="539496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6916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706"/>
                </a:solidFill>
              </a:rPr>
              <a:t>2. Unclear &amp; Overpriced Tests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92240" y="214884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</a:rPr>
              <a:t>Different labs charge wildly different prices for the exact same blood test because there is no transparent price check.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749040"/>
            <a:ext cx="539496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9776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3. Sample Handling Mistakes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443484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</a:rPr>
              <a:t>Samples collected at home often get mixed up or damaged in transit due to lack of digital barcodes and temperature tracking.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3749040"/>
            <a:ext cx="539496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39776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3AED"/>
                </a:solidFill>
              </a:rPr>
              <a:t>4. Confusing Medical Reports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92240" y="443484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</a:rPr>
              <a:t>Patients receive complex medical PDF files full of medical terms that cause panic instead of clarity.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</a:rPr>
              <a:t>MARKET COMPARISON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How DiagnoLabs Solves These Problems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09728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459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Feature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749040" y="16459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Local Testing Centers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217920" y="16459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Other Online Apps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0" y="16459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DiagnoLabs (Our Project)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2057400"/>
            <a:ext cx="10424160" cy="0"/>
          </a:xfrm>
          <a:prstGeom prst="line">
            <a:avLst/>
          </a:prstGeom>
          <a:noFill/>
          <a:ln w="19050">
            <a:solidFill>
              <a:srgbClr val="0284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2402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Accredited Lab Search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749040" y="22402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❌ No rating or check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17920" y="22402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⚠️ Shows all labs equally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686800" y="22402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✅ Quality-first certified ranking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28346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14 Dedicated User Roles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749040" y="28346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❌ No roles (single login)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17920" y="28346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⚠️ Only 2-3 basic roles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686800" y="28346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✅ 14 custom role dashboards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34290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Handwritten Prescription AI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749040" y="34290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❌ Manual paper entry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17920" y="34290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⚠️ Requires slow phone call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686800" y="34290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✅ Instant AI vision recognition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2960" y="40233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AI Medical Report Explainer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749040" y="40233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❌ None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17920" y="40233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⚠️ Generic FAQ answers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686800" y="40233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✅ Simple plain-English explanation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22960" y="46177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Doorstep Barcode Tracking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749040" y="46177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❌ Paper tags (risk of mix-up)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17920" y="46177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⚠️ Basic text SMS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686800" y="46177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✅ Barcode locked to patient ID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22960" y="52120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Data Security &amp; Privacy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749040" y="52120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❌ Basic shared files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217920" y="52120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⚠️ Single standard storage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686800" y="52120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✅ Dual secure database engine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</a:rPr>
              <a:t>SYSTEM DESIGN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5 Core Pillars of the Platform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121408" cy="457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7373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84C7"/>
                </a:solidFill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85800" y="22860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Smart Lab Search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3108960"/>
            <a:ext cx="18288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3291840"/>
            <a:ext cx="18288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</a:rPr>
              <a:t>Ranks certified NABL labs higher so patients get accurate results.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79776" y="1463040"/>
            <a:ext cx="2121408" cy="457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16936" y="17373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84C7"/>
                </a:solidFill>
              </a:rPr>
              <a:t>02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916936" y="22860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14 User Portals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916936" y="3108960"/>
            <a:ext cx="18288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16936" y="3291840"/>
            <a:ext cx="18288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</a:rPr>
              <a:t>Custom clean screens for patients, doctors, nurses, collectors &amp; admins.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10912" y="1463040"/>
            <a:ext cx="2121408" cy="457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48072" y="17373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84C7"/>
                </a:solidFill>
              </a:rPr>
              <a:t>03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148072" y="22860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Clinical AI Assistant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148072" y="3108960"/>
            <a:ext cx="18288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48072" y="3291840"/>
            <a:ext cx="18288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</a:rPr>
              <a:t>Scans prescriptions and explains blood reports in plain English.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242048" y="1463040"/>
            <a:ext cx="2121408" cy="457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79208" y="17373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84C7"/>
                </a:solidFill>
              </a:rPr>
              <a:t>04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7379208" y="22860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Doorstep Pickup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379208" y="3108960"/>
            <a:ext cx="18288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79208" y="3291840"/>
            <a:ext cx="18288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</a:rPr>
              <a:t>Phlebotomist scans vial barcode at home for 100% sample safety.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473184" y="1463040"/>
            <a:ext cx="2121408" cy="457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10344" y="17373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84C7"/>
                </a:solidFill>
              </a:rPr>
              <a:t>05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9610344" y="22860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Dual Database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9610344" y="3108960"/>
            <a:ext cx="18288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10344" y="3291840"/>
            <a:ext cx="18288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</a:rPr>
              <a:t>MongoDB for fast test catalog + PostgreSQL for safe financial ledgers.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</a:rPr>
              <a:t>SMART ALGORITHM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Quality-Weighted Lab Discovery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0972800" cy="1371600"/>
          </a:xfrm>
          <a:prstGeom prst="rect">
            <a:avLst/>
          </a:prstGeom>
          <a:solidFill>
            <a:srgbClr val="F0F9FF"/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45920"/>
            <a:ext cx="10424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</a:rPr>
              <a:t>How We Rank Diagnostic Centers (Simple Quality Formula):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196596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Best Lab Rank = Distance / [ 1 + (NABL Accreditation Bonus) + (User Star Rating) + (Fast Report Speed) ]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017520"/>
            <a:ext cx="530352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2004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4C7"/>
                </a:solidFill>
              </a:rPr>
              <a:t>What Goes Into the Score?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3657600"/>
            <a:ext cx="47548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172A"/>
                </a:solidFill>
              </a:rPr>
              <a:t>• Distance: Measures real driving distance using GPS coordinates.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172A"/>
                </a:solidFill>
              </a:rPr>
              <a:t>• NABL Certification (50% weight): High bonus for accredited labs.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172A"/>
                </a:solidFill>
              </a:rPr>
              <a:t>• Patient Rating (30% weight): Star reviews from verified patients.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172A"/>
                </a:solidFill>
              </a:rPr>
              <a:t>• Turnaround Speed (20% weight): Average hours taken to deliver reports.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3017520"/>
            <a:ext cx="5303520" cy="3017520"/>
          </a:xfrm>
          <a:prstGeom prst="rect">
            <a:avLst/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32004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</a:rPr>
              <a:t>Real-World Patient Benefit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92240" y="3657600"/>
            <a:ext cx="47548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</a:rPr>
              <a:t>✓ Avoids Bad Labs: An uncertified lab 1 km away is not shown first.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</a:rPr>
              <a:t>✓ Puts Accuracy First: A certified gold-standard lab 3 km away gets top recommendation.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</a:rPr>
              <a:t>✓ Transparent Pricing: Shows exact test prices before booking with no hidden fees.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</a:rPr>
              <a:t>USER MANAGEMENT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14 Custom Roles for Smooth Healthcare Workflows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097280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002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4C7"/>
                </a:solidFill>
              </a:rPr>
              <a:t>1. Medical &amp; Clinical Team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840480" y="1600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[ Doctor | Pathologist | Phlebotomist | Nurse ]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965960"/>
            <a:ext cx="10424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Review tests, collect home samples, verify results &amp; digitally sign reports.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651760"/>
            <a:ext cx="1097280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7889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</a:rPr>
              <a:t>2. Field &amp; Operations Team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840480" y="2788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[ Receptionist | Delivery Partner | Support Staff ]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3154680"/>
            <a:ext cx="10424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Check in patients, transport physical vials &amp; help patients over live chat.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840480"/>
            <a:ext cx="1097280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9776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</a:rPr>
              <a:t>3. Hospital &amp; Admin Team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840480" y="3977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[ Master Admin | Finance | Inventory | Marketing | Auditor | IT ]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4343400"/>
            <a:ext cx="10424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Track test reagent stocks, manage staff accounts &amp; view revenue ledgers.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5029200"/>
            <a:ext cx="1097280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51663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</a:rPr>
              <a:t>4. Patients &amp; Families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840480" y="51663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[ Registered Patient | Family Dependents ]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5532120"/>
            <a:ext cx="10424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Book tests, track home collection, store family health records &amp; call SOS.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</a:rPr>
              <a:t>ARTIFICIAL INTELLIGENCE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Multimodal AI Prescription &amp; Report Assistant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0352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373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4C7"/>
                </a:solidFill>
              </a:rPr>
              <a:t>What the AI Does (Gemini 1.5 Flash)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0F172A"/>
                </a:solidFill>
              </a:rPr>
              <a:t>• Prescription Scanner: Patients upload a photo of a handwritten doctor prescription; AI instantly identifies the tests and adds them to cart.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0F172A"/>
                </a:solidFill>
              </a:rPr>
              <a:t>• Report Explainer: Translates confusing lab terms (e.g. HbA1c, Platelets, TSH) into clear, friendly advice.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0F172A"/>
                </a:solidFill>
              </a:rPr>
              <a:t>• Voice Chat: Patients can speak directly using voice input for simple questions.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1463040"/>
            <a:ext cx="5303520" cy="457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7373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706"/>
                </a:solidFill>
              </a:rPr>
              <a:t>Reliable Backup Rule Engine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92240" y="228600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334155"/>
                </a:solidFill>
              </a:rPr>
              <a:t>• Always Online: If cloud AI is slow or offline, a built-in medical rule engine instantly provides accurate preparation guidance.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334155"/>
                </a:solidFill>
              </a:rPr>
              <a:t>• Smart Role Adaptation: Gives detailed scientific numbers to doctors and simple plain advice to patients.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334155"/>
                </a:solidFill>
              </a:rPr>
              <a:t>• Issue Auto-Routing: Detects emergencies or complaints and routes them directly to support staff.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</a:rPr>
              <a:t>CONTINUOUS IMPROVEMENT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Self-Learning AI Feedback System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097280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4592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9669"/>
                </a:solidFill>
              </a:rPr>
              <a:t>How the AI Learns from Feedback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103120"/>
            <a:ext cx="10424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0F172A"/>
                </a:solidFill>
              </a:rPr>
              <a:t>Every AI reply has a simple Thumbs Up / Thumbs Down button.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0F172A"/>
                </a:solidFill>
              </a:rPr>
              <a:t>When doctors or patients point out an issue, the feedback is safely logged to our Memory database so the AI improves over time without needing code changes.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749040"/>
            <a:ext cx="53035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9319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4C7"/>
                </a:solidFill>
              </a:rPr>
              <a:t>Super Low Mistake Rate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429768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284C7"/>
                </a:solidFill>
              </a:rPr>
              <a:t>3.1%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822960" y="512064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Tested across 200+ real-world clinical prompt questions with 96.9% accuracy.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3749040"/>
            <a:ext cx="53035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39319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Key Patient Safety Results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92240" y="4389120"/>
            <a:ext cx="4754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</a:rPr>
              <a:t>• Accurate Fasting Guidelines (e.g. 10-12 hours fasting for Lipid panels).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</a:rPr>
              <a:t>• Instant safety warnings when symptoms indicate an emergency.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</a:rPr>
              <a:t>• Automatic escalation of booking questions to human support.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</a:rPr>
              <a:t>FIELD OPERATIONS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Simple 6-Step Home Sample Collection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66160" cy="2011680"/>
          </a:xfrm>
          <a:prstGeom prst="rect">
            <a:avLst/>
          </a:prstGeom>
          <a:solidFill>
            <a:srgbClr val="FFFFFF"/>
          </a:solidFill>
          <a:ln w="15240">
            <a:solidFill>
              <a:srgbClr val="0284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916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4C7"/>
                </a:solidFill>
              </a:rPr>
              <a:t>1. Book Test Online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14884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4155"/>
                </a:solidFill>
              </a:rPr>
              <a:t>Patient picks test &amp; preferred home pickup time.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97680" y="1463040"/>
            <a:ext cx="3566160" cy="2011680"/>
          </a:xfrm>
          <a:prstGeom prst="rect">
            <a:avLst/>
          </a:prstGeom>
          <a:solidFill>
            <a:srgbClr val="FFFFFF"/>
          </a:solidFill>
          <a:ln w="15240">
            <a:solidFill>
              <a:srgbClr val="0284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0560" y="16916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4C7"/>
                </a:solidFill>
              </a:rPr>
              <a:t>2. Phlebotomist Assigned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480560" y="214884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4155"/>
                </a:solidFill>
              </a:rPr>
              <a:t>Nearest collector receives request with location map.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46720" y="1463040"/>
            <a:ext cx="3566160" cy="2011680"/>
          </a:xfrm>
          <a:prstGeom prst="rect">
            <a:avLst/>
          </a:prstGeom>
          <a:solidFill>
            <a:srgbClr val="FFFFFF"/>
          </a:solidFill>
          <a:ln w="15240">
            <a:solidFill>
              <a:srgbClr val="0284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0" y="16916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4C7"/>
                </a:solidFill>
              </a:rPr>
              <a:t>3. Doorstep Barcode Scan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0" y="214884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4155"/>
                </a:solidFill>
              </a:rPr>
              <a:t>Blood tube barcode scanned &amp; locked to patient record.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3566160" cy="2011680"/>
          </a:xfrm>
          <a:prstGeom prst="rect">
            <a:avLst/>
          </a:prstGeom>
          <a:solidFill>
            <a:srgbClr val="FFFFFF"/>
          </a:solidFill>
          <a:ln w="15240">
            <a:solidFill>
              <a:srgbClr val="0284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9776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4C7"/>
                </a:solidFill>
              </a:rPr>
              <a:t>4. Safe Cold-Chain Transit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443484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4155"/>
                </a:solidFill>
              </a:rPr>
              <a:t>Sample stored in temperature-safe bag during travel.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297680" y="3749040"/>
            <a:ext cx="3566160" cy="2011680"/>
          </a:xfrm>
          <a:prstGeom prst="rect">
            <a:avLst/>
          </a:prstGeom>
          <a:solidFill>
            <a:srgbClr val="FFFFFF"/>
          </a:solidFill>
          <a:ln w="15240">
            <a:solidFill>
              <a:srgbClr val="0284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80560" y="39776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4C7"/>
                </a:solidFill>
              </a:rPr>
              <a:t>5. Lab Verification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480560" y="443484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4155"/>
                </a:solidFill>
              </a:rPr>
              <a:t>Pathologist scans vial on arrival to verify seal.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46720" y="3749040"/>
            <a:ext cx="3566160" cy="2011680"/>
          </a:xfrm>
          <a:prstGeom prst="rect">
            <a:avLst/>
          </a:prstGeom>
          <a:solidFill>
            <a:srgbClr val="FFFFFF"/>
          </a:solidFill>
          <a:ln w="15240">
            <a:solidFill>
              <a:srgbClr val="0284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0" y="39776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4C7"/>
                </a:solidFill>
              </a:rPr>
              <a:t>6. Digital Report Delivery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0" y="443484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4155"/>
                </a:solidFill>
              </a:rPr>
              <a:t>Signed report appears in patient account with AI explanation.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</a:rPr>
              <a:t>TECHNOLOGY STACK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Modern, Fast &amp; Reliable Tools Used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097280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002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4C7"/>
                </a:solidFill>
              </a:rPr>
              <a:t>FRONTEND (User Interface)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754880" y="1600200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React 18 | Vite | Framer Motion | Modern CSS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05740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4155"/>
                </a:solidFill>
              </a:rPr>
              <a:t>Clean, fast-loading, mobile-friendly interface with smooth animations and voice features.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063240"/>
            <a:ext cx="1097280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2004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</a:rPr>
              <a:t>BACKEND (API &amp; Security)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0" y="3200400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Node.js | Express 5 | JWT Security | Helmet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365760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4155"/>
                </a:solidFill>
              </a:rPr>
              <a:t>Fast REST API gateway with secure login tokens, rate limits, and protection against attacks.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663440"/>
            <a:ext cx="1097280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48006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</a:rPr>
              <a:t>DATABASE &amp; SERVICES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54880" y="4800600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MongoDB Atlas | PostgreSQL | Google Gemini | Razorpay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525780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4155"/>
                </a:solidFill>
              </a:rPr>
              <a:t>Dual database for speed and security, integrated with Razorpay payments and live notifications.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</a:rPr>
              <a:t>DATABASE DESIGN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Why We Use Two Databases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0352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373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4C7"/>
                </a:solidFill>
              </a:rPr>
              <a:t>MongoDB Atlas (For Fast Clinical Data)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0F172A"/>
                </a:solidFill>
              </a:rPr>
              <a:t>Best for dynamic, flexible medical data: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0F172A"/>
                </a:solidFill>
              </a:rPr>
              <a:t>• Patient profiles &amp; family members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0F172A"/>
                </a:solidFill>
              </a:rPr>
              <a:t>• 500+ diagnostic tests &amp; preparation steps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0F172A"/>
                </a:solidFill>
              </a:rPr>
              <a:t>• Live test bookings &amp; barcode statuses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0F172A"/>
                </a:solidFill>
              </a:rPr>
              <a:t>• Fast GPS location search for certified labs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0F172A"/>
                </a:solidFill>
              </a:rPr>
              <a:t>• AI feedback &amp; rating logs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1463040"/>
            <a:ext cx="530352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7373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</a:rPr>
              <a:t>PostgreSQL (For 100% Safe Financial Records)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92240" y="228600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0F172A"/>
                </a:solidFill>
              </a:rPr>
              <a:t>Best for strict, unchangeable records: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0F172A"/>
                </a:solidFill>
              </a:rPr>
              <a:t>• Master administrator &amp; staff credentials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0F172A"/>
                </a:solidFill>
              </a:rPr>
              <a:t>• Accurate payment &amp; revenue settlement ledgers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0F172A"/>
                </a:solidFill>
              </a:rPr>
              <a:t>• Security audit logs for government compliance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0F172A"/>
                </a:solidFill>
              </a:rPr>
              <a:t>• Structured financial reports for management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0F172A"/>
                </a:solidFill>
              </a:rPr>
              <a:t>• Zero-loss transaction reliability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</a:rPr>
              <a:t>DATA SECURITY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Protecting Patient Health Data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9496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916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4C7"/>
                </a:solidFill>
              </a:rPr>
              <a:t>Secure Encrypted Login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</a:rPr>
              <a:t>Safe login tokens and 10-round encrypted passwords so accounts cannot be hijacked.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7920" y="1463040"/>
            <a:ext cx="539496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E11D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6916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11D48"/>
                </a:solidFill>
              </a:rPr>
              <a:t>Hacker Defense Shield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92240" y="214884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</a:rPr>
              <a:t>Automatic security filters that block harmful code and protect against web attacks.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749040"/>
            <a:ext cx="539496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9776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706"/>
                </a:solidFill>
              </a:rPr>
              <a:t>Spam &amp; Bot Protection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443484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</a:rPr>
              <a:t>Rate limits on OTP and login buttons to stop unauthorized automated attempts.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3749040"/>
            <a:ext cx="539496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39776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9669"/>
                </a:solidFill>
              </a:rPr>
              <a:t>Strict Patient Privacy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92240" y="443484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</a:rPr>
              <a:t>Patients can only view their own test reports, and staff can only view authorized data.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</a:rPr>
              <a:t>PROJECT SHOWCASE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Working Modules Built in the App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9496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916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4C7"/>
                </a:solidFill>
              </a:rPr>
              <a:t>1. Patient Booking Portal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</a:rPr>
              <a:t>Search certified labs, compare test prices, check fasting rules, and book for family members.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7920" y="1463040"/>
            <a:ext cx="539496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6916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4C7"/>
                </a:solidFill>
              </a:rPr>
              <a:t>2. AI Clinical Copilot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92240" y="214884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</a:rPr>
              <a:t>Upload doctor prescriptions, chat with AI, decode medical reports, and get help 24/7.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749040"/>
            <a:ext cx="539496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9776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4C7"/>
                </a:solidFill>
              </a:rPr>
              <a:t>3. Collector Mobile App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443484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</a:rPr>
              <a:t>View daily pickup queue, open GPS maps, scan tube barcodes, and confirm pickup.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3749040"/>
            <a:ext cx="539496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39776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4C7"/>
                </a:solidFill>
              </a:rPr>
              <a:t>4. Executive Admin Console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92240" y="443484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</a:rPr>
              <a:t>Manage staff roles, monitor reagent stocks, view revenues, and check audit compliance.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</a:rPr>
              <a:t>TESTING &amp; RESULTS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Performance Outcomes from System Testing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6517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7373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284C7"/>
                </a:solidFill>
              </a:rPr>
              <a:t>&lt; 50ms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34155"/>
                </a:solidFill>
              </a:rPr>
              <a:t>Super-fast database response time for test searches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37560" y="1463040"/>
            <a:ext cx="26517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29000" y="17373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284C7"/>
                </a:solidFill>
              </a:rPr>
              <a:t>96.9%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520440" y="237744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34155"/>
                </a:solidFill>
              </a:rPr>
              <a:t>Accuracy rate for AI clinical advice across 200+ test cases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463040"/>
            <a:ext cx="26517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17373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284C7"/>
                </a:solidFill>
              </a:rPr>
              <a:t>50%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309360" y="237744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34155"/>
                </a:solidFill>
              </a:rPr>
              <a:t>Faster home collection turnaround through live collector routing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915400" y="1463040"/>
            <a:ext cx="26517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06840" y="17373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284C7"/>
                </a:solidFill>
              </a:rPr>
              <a:t>99.9%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098280" y="237744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34155"/>
                </a:solidFill>
              </a:rPr>
              <a:t>System uptime reliability with dual-database persistence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749040"/>
            <a:ext cx="10972800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93192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</a:rPr>
              <a:t>What We Verified in Testing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" y="4389120"/>
            <a:ext cx="10424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0F172A"/>
                </a:solidFill>
              </a:rPr>
              <a:t>• Role Testing: Confirmed that all 14 user types work smoothly without permission errors.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0F172A"/>
                </a:solidFill>
              </a:rPr>
              <a:t>• High Load Testing: Server handled multiple test bookings at the same time with zero lag.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0F172A"/>
                </a:solidFill>
              </a:rPr>
              <a:t>• Prescription OCR Testing: Tested with handwritten doctor notes with clear accuracy.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</a:rPr>
              <a:t>CONCLUSION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Final Summary &amp; Acknowledgments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0972800" cy="283464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4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9164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4C7"/>
                </a:solidFill>
              </a:rPr>
              <a:t>What We Achieved in This Project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104241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0F172A"/>
                </a:solidFill>
              </a:rPr>
              <a:t>✓ Built a complete, working digital diagnostics platform from scratch.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0F172A"/>
                </a:solidFill>
              </a:rPr>
              <a:t>✓ Created a smart algorithm that puts certified lab quality before distance.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0F172A"/>
                </a:solidFill>
              </a:rPr>
              <a:t>✓ Implemented 14 user portals for smooth hospital and lab operations.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0F172A"/>
                </a:solidFill>
              </a:rPr>
              <a:t>✓ Built an AI assistant that reads doctor handwriting and explains reports simply.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4480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284C7"/>
                </a:solidFill>
              </a:rPr>
              <a:t>THANK YOU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48640" y="51206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We are ready for Live Demonstration, Evaluation &amp; Questions.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55321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Department of Artificial Intelligence &amp; Machine Learning | Parul University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2026-10-09T13:29:26Z</dcterms:created>
  <dcterms:modified xsi:type="dcterms:W3CDTF">2026-10-09T13:29:26Z</dcterms:modified>
</cp:coreProperties>
</file>